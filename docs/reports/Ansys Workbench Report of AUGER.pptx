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18C3-A7D7-554A-AF36-0102219FC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2F53E-157D-B874-54A7-E05704378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8F8DE-34EA-6A30-F59D-6FE32DC0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A0D96-8036-CF9D-B556-439EEDBB8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B33EB-482A-41A9-5571-39595B8A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06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6BF9-6A6D-A011-E34A-1038CB1B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7B388-CE1C-2E91-EAEB-83AAAFFCC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E4517-6C9A-C350-9B5B-044FACB45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D3460-BF45-6819-2389-784570D3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CAA7B-3597-170E-713D-671B27B2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746A-1ACF-B4E6-4306-6975A1E9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D253F-7463-7A76-318F-EF1A59C7A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A19A7-F369-0F09-8ACE-CE0A93D2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E2FE-9B92-24BD-7EAB-C2F5D3D7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E3B71-A293-43B0-3D83-B1E51655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1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73DD4-42C3-A252-7149-DFDD2317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255E5-75F7-2E75-FD0C-5E1599924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18CEE-F203-9167-F941-337DD77B0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3FCE1-FFEE-95F8-C916-4E0B9926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08300-2170-EE7A-F2CE-798544AE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38D99-6A3D-5B10-030C-57B4F0F8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91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63D3-787E-30F6-1947-B2E53D50C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B5BD2-85C0-814C-27EA-0FAE8D5C5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C0193-7799-B078-DC5A-93CC71EBB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9A604-9AA5-3A27-D777-9E2233BB5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7E270-4231-A077-B410-F28E75CD8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87D12-5AC4-C482-5355-AD4B7BC1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094596-5517-0FCE-166B-8707F2153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3016A9-DEA6-B491-B232-047DE4AB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9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20D1-207B-625C-20C4-698DD34C6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7D05CF-9B64-02B4-B65C-666460633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A3D81-9266-8F68-A5B9-470C60F79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AD1C7-1D68-C322-5C9D-23691ED40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8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8CEB0-9146-A7D2-F93E-86B0877B2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05B9C-1A2E-1D5E-C7E9-56C4F5AB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894EF-EBA0-A751-4DE3-F9DF8407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8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B29E-1FA8-20F6-28AC-529BD4895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BC9F9-47C7-2030-2C15-1AB43D497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629A5-F37B-0CA8-0A86-F3BCFC154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F9BFD-8387-247A-617F-3F98F85EE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18709-BB52-F5F0-0E4E-329E10710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97758-FEA0-9141-F6B4-D5D30F4E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70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B13E0-16BF-EEA1-C982-104D745F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B9C9B-C531-5502-3727-C2FA00C48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BD5E8-0759-3651-8703-0DC01E09E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B4EFE-E29E-CC33-04C9-BE57E507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63C23-9742-A1F2-2ACA-840B3456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7596A-D4F9-81F1-8BC1-E0E80B0E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1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50A4-95C2-CC39-BB88-11BE9CBE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EB2A3-F3F2-548B-75EF-21A0160EB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5E01E-B7B7-6043-80E1-86A5813EC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2405A-AB40-D3CD-DC97-699F76FDC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C7884-112E-3ECB-75E4-D18C2513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0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063B2C-DEC5-4864-9732-FE0FE2901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C3AFA-8920-CE68-0D0B-EFE010F80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824CF-7D75-CF1A-21DC-9F939B17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EF73C-7FB2-CC04-B443-BC2A35E3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6F952-A965-9AC0-E8E6-91342CAC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5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B8C8E6-B5EB-6CD9-87CB-638CDA423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7D759-2155-CAEA-17DD-64268E19A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6CBF8-EE64-27D8-B07B-AAC2A220E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F83F7-07B5-4149-891F-96C00C4C260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D9048-D8E6-3D43-8472-D0F84353E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8B330-6083-DFA8-6521-26EF551CC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D5CCB-837E-4A6F-B06F-CF57ACA24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0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A1BA6-D5E0-38DC-01B2-E82F03C6D3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Ansys Workbench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49E8D-BE2A-CAE1-0E35-4AAF5FF63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400847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AE02-72E1-96A5-1F03-A26A3941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Figure0001.png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924F1-6B2E-FEAC-2D83-18588665CEE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714500"/>
            <a:ext cx="65024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1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B020-BF0B-8F5A-1F69-3FE92784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Figure0002.png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57469-D802-B19F-1073-331C051CEBC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714500"/>
            <a:ext cx="65024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4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FE3F-F0FB-DE87-CACF-A49937C0C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Figure0003.png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90ABB6-55FD-4CD5-618D-EA411422F2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714500"/>
            <a:ext cx="65024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6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091-EC8D-1E31-D968-0FACF279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Figure0004.png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E12DA-B85B-964C-1673-C3847D78B4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714500"/>
            <a:ext cx="65024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49C3-7444-310D-631D-B5CED40A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Figure0005.png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16838D-5A7B-FA7B-CB72-1C8F8472F1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714500"/>
            <a:ext cx="65024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54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B65F9-1F71-3565-E003-661C6609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Figure0006.png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36F1A-568F-5F69-EFB8-6A7516152D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714500"/>
            <a:ext cx="65024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8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A15D3-772B-E511-C9EA-AC7F9390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Figure0007.png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2DA770-A2A0-6DBB-BDF7-5410D028FF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714500"/>
            <a:ext cx="65024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38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CB00-3B14-D410-2AF7-4CA839358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Figure0008.png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FA53F6-AA8A-E41E-BCBB-AA60841A4B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714500"/>
            <a:ext cx="65024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8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CB21-1880-A930-6A7D-7A015E8D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Figure0009.png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DCED2-8252-1DEA-5C40-F9744041CEE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714500"/>
            <a:ext cx="65024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71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AFDC-5093-4C08-A84F-0603046C0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Figure0010.png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996F5C-8AA4-85A2-D096-A67A969851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714500"/>
            <a:ext cx="65024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774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Widescreen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Ansys Workbench Report</vt:lpstr>
      <vt:lpstr>Figure0001.png</vt:lpstr>
      <vt:lpstr>Figure0002.png</vt:lpstr>
      <vt:lpstr>Figure0003.png</vt:lpstr>
      <vt:lpstr>Figure0004.png</vt:lpstr>
      <vt:lpstr>Figure0005.png</vt:lpstr>
      <vt:lpstr>Figure0006.png</vt:lpstr>
      <vt:lpstr>Figure0007.png</vt:lpstr>
      <vt:lpstr>Figure0008.png</vt:lpstr>
      <vt:lpstr>Figure0009.png</vt:lpstr>
      <vt:lpstr>Figure0010.png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user1</dc:creator>
  <cp:lastModifiedBy>user1</cp:lastModifiedBy>
  <cp:revision>1</cp:revision>
  <dcterms:created xsi:type="dcterms:W3CDTF">2026-01-05T11:00:34Z</dcterms:created>
  <dcterms:modified xsi:type="dcterms:W3CDTF">2026-01-05T11:00:53Z</dcterms:modified>
</cp:coreProperties>
</file>